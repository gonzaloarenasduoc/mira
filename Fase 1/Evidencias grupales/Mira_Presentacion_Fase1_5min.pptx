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[Gonzalo · 15 s] Buenos días. Presentamos Mira, un sistema de gestión y trazabilidad de equipos de geomensura para una empresa que vende y arrienda instrumental topográfico.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[Gonzalo · 60 s] El problema no es que no tengan registro, es que el registro que tienen no responde la pregunta más básica del negocio: “¿tienen un GPS disponible para el lunes?”. Responderla puede tomar horas. Y no es falta de disciplina de los usuarios: es un problema de herramienta.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[Gonzalo · 55 s] Modelar cada equipo como unidad individual es la decisión que hace posible todo lo demás. Si el sistema sabe qué equipo es cuál, puede saber dónde está, y si sabe dónde está, puede decir si está disponible.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[Gonzalo · 55 s] Nombrar las nueve épicas una por una consume tiempo: basta con leer el objetivo general y detenerse en la columna derecha. Delimitar el alcance es una decisión de gestión, no una limitación técnica. Cerrar entregando la palabra a Joaquín.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[Traspaso · 35 s] Gonzalo lee la fila superior en una frase y su propia columna en dos. Entrega la palabra: “Joaquín continúa con la parte técnica”. Joaquín lee su columna y sigue en la lámina siguiente.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[Joaquín · 55 s] Detenerse en la primera razón, que es la que sostiene la decisión: registrar un arriendo son tres escrituras que deben ocurrir juntas. Si preguntan por una alternativa más rápida de desarrollar, la evaluamos y compensamos el mayor volumen de código descartando la interfaz de página única.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[Joaquín · 55 s] Señalar dónde estamos hoy en la barra y mencionar los monitoreos de las semanas 6, 11 y 17, y las validaciones con la empresa en la 6 y la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[Joaquín · 45 s] Para cada dificultad prevista hay una medida concreta, no solo la identificación del riesgo. Las evidencias quedan acordadas formalmente con el docente.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[Joaquín · 20 s] Cerrar con una frase sobre el modelo de datos ya terminado y abrir el espacio de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3A484E"/>
          </a:solidFill>
          <a:ln w="12700">
            <a:solidFill>
              <a:srgbClr val="3A48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548640"/>
            <a:ext cx="4023360" cy="4023360"/>
          </a:xfrm>
          <a:prstGeom prst="ellipse">
            <a:avLst/>
          </a:prstGeom>
          <a:solidFill>
            <a:srgbClr val="46565C"/>
          </a:solidFill>
          <a:ln w="12700">
            <a:solidFill>
              <a:srgbClr val="4656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228600"/>
            <a:ext cx="2468880" cy="2468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MIRA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2724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y trazabilidad de equipos de geomensura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Proyecto APT  ·  Fase 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892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Gonzalo Arenas  ·  Joaquín Romero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285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 ·  Duoc UC, sede Alameda  ·  Capstone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empresa que vende y arrienda instrumental de geomensura desde varias bodegas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745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inventario vive en Excel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5856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Planillas actualizadas a mano y repartidas entre más de una bodega.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291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2004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cuentan cantidades, no equipos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8444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dice “5 GPS”, no dice cuál está dónde ni en qué estado.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617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526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llega tarde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91032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Ubicar un equipo exige llamar a las otras bodegas y confiar en la memoria.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720840" y="1783080"/>
            <a:ext cx="4828032" cy="4160520"/>
          </a:xfrm>
          <a:prstGeom prst="roundRect">
            <a:avLst>
              <a:gd name="adj" fmla="val 1978"/>
            </a:avLst>
          </a:prstGeom>
          <a:solidFill>
            <a:srgbClr val="2E3A3F"/>
          </a:solidFill>
          <a:ln w="12700">
            <a:solidFill>
              <a:srgbClr val="2E3A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86600" y="2084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E0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DIAGNÓSTICO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2542032"/>
            <a:ext cx="4114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Excel es una foto.</a:t>
            </a:r>
            <a:endParaRPr lang="en-US" sz="27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negocio es una película.</a:t>
            </a:r>
            <a:endParaRPr lang="en-US" sz="27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434340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planilla describe un estado fijo. Los equipos cambian todos los días: salen a arriendo, vuelven, se trasladan, se venden. La herramienta no representa la naturaleza del negocio, y por eso siempre está desactualizada.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deja de ser una cantidad y pasa a ser un activo con identidad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1280160"/>
          </a:xfrm>
          <a:prstGeom prst="roundRect">
            <a:avLst>
              <a:gd name="adj" fmla="val 6429"/>
            </a:avLst>
          </a:prstGeom>
          <a:solidFill>
            <a:srgbClr val="2E3A3F"/>
          </a:solidFill>
          <a:ln w="12700">
            <a:solidFill>
              <a:srgbClr val="2E3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2996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aplicación web que permite saber, en todo momento, dónde está cada equipo, en qué estado se encuentra y a quién fue entregado.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40080" y="3310128"/>
            <a:ext cx="3291840" cy="2194560"/>
          </a:xfrm>
          <a:prstGeom prst="roundRect">
            <a:avLst>
              <a:gd name="adj" fmla="val 375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3611880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572768" y="3675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370832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es una unidad única, identificada por su número de serie.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34256" y="3310128"/>
            <a:ext cx="3291840" cy="2194560"/>
          </a:xfrm>
          <a:prstGeom prst="roundRect">
            <a:avLst>
              <a:gd name="adj" fmla="val 3750"/>
            </a:avLst>
          </a:prstGeom>
          <a:solidFill>
            <a:srgbClr val="F2F3EA"/>
          </a:solidFill>
          <a:ln w="12700">
            <a:solidFill>
              <a:srgbClr val="F2F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3611880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81728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266944" y="3675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81728" y="4370832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Disponible, arrendado, en tránsito, en mantención o vendido. Siempre uno solo.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28432" y="3310128"/>
            <a:ext cx="3291840" cy="2194560"/>
          </a:xfrm>
          <a:prstGeom prst="roundRect">
            <a:avLst>
              <a:gd name="adj" fmla="val 375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75904" y="3611880"/>
            <a:ext cx="475488" cy="47548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75904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3675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Historial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75904" y="4370832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movimiento queda registrado: la trazabilidad es reconstruible.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7150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esa base se construyen la disponibilidad consolidada de todas las bodegas, los arriendos con control de retorno, las ventas, las capacitaciones, los documentos de cada operación y el panel de indicadores.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y objetivos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épicas dimensionadas en 100 puntos de función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2E3A3F"/>
          </a:solidFill>
          <a:ln w="12700">
            <a:solidFill>
              <a:srgbClr val="2E3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847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0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1488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aplicación web que permita gestionar la trazabilidad, la disponibilidad y las operaciones de venta y arriendo de los equipos de geomensura de la empresa.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303520" cy="3246120"/>
          </a:xfrm>
          <a:prstGeom prst="roundRect">
            <a:avLst>
              <a:gd name="adj" fmla="val 2535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CONSTRUIMOS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538728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y control por rol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por número de serie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Bodegas y traslados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consolidada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Arriendos con control de retorno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Agendamiento de capacitaciones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de cada operación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indicadores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45352" y="2926080"/>
            <a:ext cx="5303520" cy="3246120"/>
          </a:xfrm>
          <a:prstGeom prst="roundRect">
            <a:avLst>
              <a:gd name="adj" fmla="val 2535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QUEDA FUERA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538728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el SII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automático de documentos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nativa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certificada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contable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y cobranza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53492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es inviable. Se excluyen de manera deliberada para asegurar la calidad de lo comprometido dentro del plazo.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de egreso e intereses profesionales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competencias encadenadas: cada una es condición de la siguiente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487168" cy="1691640"/>
          </a:xfrm>
          <a:prstGeom prst="roundRect">
            <a:avLst>
              <a:gd name="adj" fmla="val 4865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01952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Gestionar</a:t>
            </a:r>
            <a:endParaRPr lang="en-US" sz="14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proyectos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7860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acotado y contraparte real: obliga a priorizar.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737360"/>
            <a:ext cx="2487168" cy="1691640"/>
          </a:xfrm>
          <a:prstGeom prst="roundRect">
            <a:avLst>
              <a:gd name="adj" fmla="val 4865"/>
            </a:avLst>
          </a:prstGeom>
          <a:solidFill>
            <a:srgbClr val="F2F3EA"/>
          </a:solidFill>
          <a:ln w="12700">
            <a:solidFill>
              <a:srgbClr val="F2F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0168" y="1901952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modelos</a:t>
            </a:r>
            <a:endParaRPr lang="en-US" sz="14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datos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3630168" y="257860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central: representar cada equipo y su historial.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63056" y="1737360"/>
            <a:ext cx="2487168" cy="1691640"/>
          </a:xfrm>
          <a:prstGeom prst="roundRect">
            <a:avLst>
              <a:gd name="adj" fmla="val 4865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91656" y="1901952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Desarrollar</a:t>
            </a:r>
            <a:endParaRPr lang="en-US" sz="14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391656" y="257860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en capas, control de versiones e integración.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24544" y="1737360"/>
            <a:ext cx="2487168" cy="1691640"/>
          </a:xfrm>
          <a:prstGeom prst="roundRect">
            <a:avLst>
              <a:gd name="adj" fmla="val 4865"/>
            </a:avLst>
          </a:prstGeom>
          <a:solidFill>
            <a:srgbClr val="F2F3EA"/>
          </a:solidFill>
          <a:ln w="12700">
            <a:solidFill>
              <a:srgbClr val="F2F3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53144" y="1901952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Realizar pruebas</a:t>
            </a:r>
            <a:endParaRPr lang="en-US" sz="14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certificación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153144" y="257860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que un equipo no se comprometa dos veces.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24128" y="39136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Gonzalo Arenas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4297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Vistas, indicadores y documentación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46634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interés está en la capa de presentación y en la visualización de información. Asumí los controladores, las vistas y el panel de indicadores, lo que me obliga a traducir un modelo de datos complejo en pantallas simples para usuarios que no vienen del área informática.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370332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01968" y="39136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Joaquín Romero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601968" y="4297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y capa de servicios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601968" y="46634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interés está en el desarrollo backend y en el diseño de bases de datos, la parte del software que sostiene las reglas del negocio. Asumí el modelo y los servicios, que es donde reside la complejidad de este proyecto.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172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buscamos acreditar experiencia comprobable en Java y Spring Boot al momento de postular a nuestro primer trabajo.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 tecnológica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monolítica estructurada en capas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0" cy="685800"/>
          </a:xfrm>
          <a:prstGeom prst="roundRect">
            <a:avLst>
              <a:gd name="adj" fmla="val 120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0253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20299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· Bootstrap 5 · Chart.js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5669280" cy="685800"/>
          </a:xfrm>
          <a:prstGeom prst="roundRect">
            <a:avLst>
              <a:gd name="adj" fmla="val 12000"/>
            </a:avLst>
          </a:prstGeom>
          <a:solidFill>
            <a:srgbClr val="F2F3EA"/>
          </a:solidFill>
          <a:ln w="12700">
            <a:solidFill>
              <a:srgbClr val="F2F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79806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8254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· acceso por rol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419856"/>
            <a:ext cx="5669280" cy="685800"/>
          </a:xfrm>
          <a:prstGeom prst="roundRect">
            <a:avLst>
              <a:gd name="adj" fmla="val 120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5935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Negocio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362102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 operaciones transaccionales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15384"/>
            <a:ext cx="5669280" cy="685800"/>
          </a:xfrm>
          <a:prstGeom prst="roundRect">
            <a:avLst>
              <a:gd name="adj" fmla="val 12000"/>
            </a:avLst>
          </a:prstGeom>
          <a:solidFill>
            <a:srgbClr val="F2F3EA"/>
          </a:solidFill>
          <a:ln w="12700">
            <a:solidFill>
              <a:srgbClr val="F2F3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3891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44165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· Flyway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10912"/>
            <a:ext cx="5669280" cy="685800"/>
          </a:xfrm>
          <a:prstGeom prst="roundRect">
            <a:avLst>
              <a:gd name="adj" fmla="val 120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1846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Persistencia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52120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20840" y="1828800"/>
            <a:ext cx="4828032" cy="3858768"/>
          </a:xfrm>
          <a:prstGeom prst="roundRect">
            <a:avLst>
              <a:gd name="adj" fmla="val 2133"/>
            </a:avLst>
          </a:prstGeom>
          <a:solidFill>
            <a:srgbClr val="2E3A3F"/>
          </a:solidFill>
          <a:ln w="12700">
            <a:solidFill>
              <a:srgbClr val="2E3A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86600" y="2103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E0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JAVA Y SPRING BOOT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542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transaccionales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27980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un arriendo cambia el estado del equipo y anota su movimiento: ocurre todo o no ocurre nada.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291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Tipado estático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35478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compilador detecta errores en un dominio con muchos estados antes de ejecutar.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40416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nativa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4297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framework registra quién creó y modificó cada dato, que es justo el requisito del proyecto.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47914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LTS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50474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y Spring Boot 4.1 dan continuidad al sistema en el tiempo.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y plan de trabajo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ágil basado en Scrum, adaptado al calendario de la asignatura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3657600" y="1737360"/>
            <a:ext cx="1717040" cy="310896"/>
          </a:xfrm>
          <a:prstGeom prst="rect">
            <a:avLst/>
          </a:prstGeom>
          <a:solidFill>
            <a:srgbClr val="A7BEA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0" y="1792224"/>
            <a:ext cx="171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11216" y="1737360"/>
            <a:ext cx="4785868" cy="310896"/>
          </a:xfrm>
          <a:prstGeom prst="rect">
            <a:avLst/>
          </a:prstGeom>
          <a:solidFill>
            <a:srgbClr val="2E3A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11216" y="1792224"/>
            <a:ext cx="47858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233660" y="1737360"/>
            <a:ext cx="1278636" cy="310896"/>
          </a:xfrm>
          <a:prstGeom prst="rect">
            <a:avLst/>
          </a:prstGeom>
          <a:solidFill>
            <a:srgbClr val="A7BEA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233660" y="1792224"/>
            <a:ext cx="12786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112264"/>
            <a:ext cx="438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096004" y="2112264"/>
            <a:ext cx="438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34408" y="2112264"/>
            <a:ext cx="438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972812" y="2112264"/>
            <a:ext cx="438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411216" y="2112264"/>
            <a:ext cx="438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849620" y="2112264"/>
            <a:ext cx="438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288024" y="2112264"/>
            <a:ext cx="438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726428" y="2112264"/>
            <a:ext cx="438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164832" y="2112264"/>
            <a:ext cx="438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603236" y="2112264"/>
            <a:ext cx="438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1640" y="2112264"/>
            <a:ext cx="438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480044" y="2112264"/>
            <a:ext cx="438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918448" y="2112264"/>
            <a:ext cx="438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356852" y="2112264"/>
            <a:ext cx="438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795256" y="2112264"/>
            <a:ext cx="438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233660" y="2112264"/>
            <a:ext cx="438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672064" y="2112264"/>
            <a:ext cx="438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110468" y="2112264"/>
            <a:ext cx="438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2423160"/>
            <a:ext cx="10908792" cy="493776"/>
          </a:xfrm>
          <a:prstGeom prst="rect">
            <a:avLst/>
          </a:prstGeom>
          <a:solidFill>
            <a:srgbClr val="F7F7F2"/>
          </a:solidFill>
          <a:ln w="12700">
            <a:solidFill>
              <a:srgbClr val="F7F7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25237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y definición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685032" y="2514600"/>
            <a:ext cx="1698752" cy="310896"/>
          </a:xfrm>
          <a:prstGeom prst="roundRect">
            <a:avLst>
              <a:gd name="adj" fmla="val 17647"/>
            </a:avLst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307238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modelo de datos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000244" y="3063240"/>
            <a:ext cx="821944" cy="310896"/>
          </a:xfrm>
          <a:prstGeom prst="roundRect">
            <a:avLst>
              <a:gd name="adj" fmla="val 17647"/>
            </a:avLst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3520440"/>
            <a:ext cx="10908792" cy="493776"/>
          </a:xfrm>
          <a:prstGeom prst="rect">
            <a:avLst/>
          </a:prstGeom>
          <a:solidFill>
            <a:srgbClr val="F7F7F2"/>
          </a:solidFill>
          <a:ln w="12700">
            <a:solidFill>
              <a:srgbClr val="F7F7F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núcleo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38648" y="3611880"/>
            <a:ext cx="2575560" cy="310896"/>
          </a:xfrm>
          <a:prstGeom prst="roundRect">
            <a:avLst>
              <a:gd name="adj" fmla="val 17647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41696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operaciones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630668" y="4160520"/>
            <a:ext cx="2137156" cy="310896"/>
          </a:xfrm>
          <a:prstGeom prst="roundRect">
            <a:avLst>
              <a:gd name="adj" fmla="val 17647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4617720"/>
            <a:ext cx="10908792" cy="493776"/>
          </a:xfrm>
          <a:prstGeom prst="rect">
            <a:avLst/>
          </a:prstGeom>
          <a:solidFill>
            <a:srgbClr val="F7F7F2"/>
          </a:solidFill>
          <a:ln w="12700">
            <a:solidFill>
              <a:srgbClr val="F7F7F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2960" y="47183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y pruebas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945880" y="4709160"/>
            <a:ext cx="1698752" cy="310896"/>
          </a:xfrm>
          <a:prstGeom prst="roundRect">
            <a:avLst>
              <a:gd name="adj" fmla="val 17647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2960" y="52669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presentación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10261092" y="5257800"/>
            <a:ext cx="1260348" cy="310896"/>
          </a:xfrm>
          <a:prstGeom prst="roundRect">
            <a:avLst>
              <a:gd name="adj" fmla="val 17647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" y="5760720"/>
            <a:ext cx="5303520" cy="804672"/>
          </a:xfrm>
          <a:prstGeom prst="roundRect">
            <a:avLst>
              <a:gd name="adj" fmla="val 10227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32688" y="59253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1938528" y="588873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de 9 épicas con Poker Planning, iteraciones quincenales, tablero Kanban, ramas por funcionalidad y revisión cruzada del código.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45352" y="5760720"/>
            <a:ext cx="5303520" cy="804672"/>
          </a:xfrm>
          <a:prstGeom prst="roundRect">
            <a:avLst>
              <a:gd name="adj" fmla="val 10227"/>
            </a:avLst>
          </a:prstGeom>
          <a:solidFill>
            <a:srgbClr val="2E3A3F"/>
          </a:solidFill>
          <a:ln w="12700">
            <a:solidFill>
              <a:srgbClr val="2E3A3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537960" y="59253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Reparto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7543800" y="588873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Joaquín: modelo de datos, entidades y servicios. Gonzalo: controladores, vistas e indicadores. Ambos: requerimientos, pruebas y revisión.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Factibilidad y evidencias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proyecto puede desarrollarse dentro de la asignatura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291840" cy="1188720"/>
          </a:xfrm>
          <a:prstGeom prst="roundRect">
            <a:avLst>
              <a:gd name="adj" fmla="val 6923"/>
            </a:avLst>
          </a:prstGeom>
          <a:solidFill>
            <a:srgbClr val="2E3A3F"/>
          </a:solidFill>
          <a:ln w="12700">
            <a:solidFill>
              <a:srgbClr val="2E3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562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de trabajo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34256" y="1737360"/>
            <a:ext cx="3291840" cy="1188720"/>
          </a:xfrm>
          <a:prstGeom prst="roundRect">
            <a:avLst>
              <a:gd name="adj" fmla="val 6923"/>
            </a:avLst>
          </a:prstGeom>
          <a:solidFill>
            <a:srgbClr val="2E3A3F"/>
          </a:solidFill>
          <a:ln w="12700">
            <a:solidFill>
              <a:srgbClr val="2E3A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34256" y="18562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4334256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función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28432" y="1737360"/>
            <a:ext cx="3291840" cy="1188720"/>
          </a:xfrm>
          <a:prstGeom prst="roundRect">
            <a:avLst>
              <a:gd name="adj" fmla="val 6923"/>
            </a:avLst>
          </a:prstGeom>
          <a:solidFill>
            <a:srgbClr val="2E3A3F"/>
          </a:solidFill>
          <a:ln w="12700">
            <a:solidFill>
              <a:srgbClr val="2E3A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28432" y="18562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8028432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licencias de software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5303520" cy="2926080"/>
          </a:xfrm>
          <a:prstGeom prst="roundRect">
            <a:avLst>
              <a:gd name="adj" fmla="val 2813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24128" y="3364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FACILITADORES Y RIESGOS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3730752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directo a la contraparte de la empresa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acordado por escrito con la organización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gratuitas y sin dependencias de terceros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acotada de la empresa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5074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agendadas y acuerdos por escrito.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54315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volumen de código del stack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56784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interfaz de página única; panel acotado.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45352" y="3154680"/>
            <a:ext cx="5303520" cy="2926080"/>
          </a:xfrm>
          <a:prstGeom prst="roundRect">
            <a:avLst>
              <a:gd name="adj" fmla="val 2813"/>
            </a:avLst>
          </a:prstGeom>
          <a:solidFill>
            <a:srgbClr val="F2F3EA"/>
          </a:solidFill>
          <a:ln w="12700">
            <a:solidFill>
              <a:srgbClr val="F2F3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3364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COMPROMETIDAS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3749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alcance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39867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con la empresa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43251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y diccionario de datos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45628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escalable en el tiempo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49011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con historial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5138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commits, ramas y tablero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54772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desplegado y probado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629400" y="5715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pruebas y manual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3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148840"/>
            <a:ext cx="4754880" cy="4754880"/>
          </a:xfrm>
          <a:prstGeom prst="ellipse">
            <a:avLst/>
          </a:prstGeom>
          <a:solidFill>
            <a:srgbClr val="3A484E"/>
          </a:solidFill>
          <a:ln w="12700">
            <a:solidFill>
              <a:srgbClr val="3A48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2834640"/>
            <a:ext cx="3383280" cy="3383280"/>
          </a:xfrm>
          <a:prstGeom prst="ellipse">
            <a:avLst/>
          </a:prstGeom>
          <a:solidFill>
            <a:srgbClr val="46565C"/>
          </a:solidFill>
          <a:ln w="12700">
            <a:solidFill>
              <a:srgbClr val="4656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3520440"/>
            <a:ext cx="2011680" cy="20116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51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5856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de levantamiento con la empresa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64261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el dolor principal e incorporar sus cifras reales al informe.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410712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429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y entorno de desarrollo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81304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del proyecto, base de datos y esquema inicial.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581144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5994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la construcción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983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del sistema: acceso, equipos y bodegas.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0533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Gonzalo Arenas  ·  Joaquín Romero  ·  Ingeniería en Informática  ·  Duoc UC sede Alameda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2026-09-10T19:53:49Z</dcterms:created>
  <dcterms:modified xsi:type="dcterms:W3CDTF">2026-09-10T19:53:49Z</dcterms:modified>
</cp:coreProperties>
</file>