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Mira, un sistema de gestión y trazabilidad de equipos de geomensura, desarrollado para una empresa que vende y arrienda instrumental topográfico.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que no tengan registro. Es que el registro que tienen no les permite responder la pregunta más básica de su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idea central de nuestro diagnóstico. No es un problema de disciplina de los usuarios, es un problema de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específicas de cada punto se incorporarán tras la reunión de levantamiento con la contraparte.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modelar cada equipo como unidad individual es la que hace posible todo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recorrido corresponde al storyboard de seis viñetas incluido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Delimitar el alcance es una decisión de gestión, no una limitación técnica. Es el punto que más nos preguntó 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objetivos específicos siguen la secuencia del proyecto: levantar, diseñar, construir,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que el proyecto toque estas competencias de pasada: cada una es necesaria para resolver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apartado es individual: cada integrante lo expone con sus propias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reparto concentra la responsabilidad, pero las decisiones de diseño se toman en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no una alternativa más rápida de desarrollar: la evaluamos, y compensamos el mayor volumen de código descartando una interfaz de página única y acotando el panel de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completo detalla once actividades con sus recursos, responsables y los factores que las facilitan o dificultan.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evidencias deben quedar acordadas formalmente con 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dificultad prevista tenemos una medida concreta, no solo la identificación del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abriendo el espacio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3A484E"/>
          </a:solidFill>
          <a:ln w="12700">
            <a:solidFill>
              <a:srgbClr val="3A4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548640"/>
            <a:ext cx="4023360" cy="4023360"/>
          </a:xfrm>
          <a:prstGeom prst="ellipse">
            <a:avLst/>
          </a:prstGeom>
          <a:solidFill>
            <a:srgbClr val="46565C"/>
          </a:solidFill>
          <a:ln w="12700">
            <a:solidFill>
              <a:srgbClr val="4656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228600"/>
            <a:ext cx="2468880" cy="2468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y trazabilidad de equipos de geomensura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APT  ·  Fase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Romero  ·  Gonzalo Arenas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Duoc UC, sede Alameda  · 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situación actual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que vende y arrienda instrumental de geomensura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vive en Excel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671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actualizadas a mano y repartidas entre más de una bodega.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91256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81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cuentan cantidades, no equipos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655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dice "5 GPS", no dice cuál está dónde ni en qué estado.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79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llega tarde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6402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un equipo exige llamar a las otras bodegas y confiar en la memoria.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828032" cy="4160520"/>
          </a:xfrm>
          <a:prstGeom prst="roundRect">
            <a:avLst>
              <a:gd name="adj" fmla="val 197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hoy no se puede responder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060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“¿Tienen un GPS RTK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disponible para el lunes?”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0233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Responderla con certeza puede tomar horas o incluso días, porque implica revisar la planilla, llamar a cada bodega y confirmar si el equipo volvió de su último arriendo.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Excel es una foto.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 es una película.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planilla describe un estado fijo en un momento dado. Los equipos, en cambio, cambian de estado y de ubicación todos los días: salen a arriendo, vuelven, se trasladan de bodega, se venden. La herramienta no representa la naturaleza del negocio, y por eso siempre está desactualizada.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Consecuencias para la empresa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ocurre cuando el inventario no refleja la realidad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improductivo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651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manuales y llamados entre bodegas para ubicar un solo equipo.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 perdidas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651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responder cotizaciones, o compromisos que después no se pueden cumplir.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Activos inmovilizados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8920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Arriendos con retorno vencido que nadie detecta y que dejan de generar ingresos.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sin sustento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48920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de equipos nuevos sin saber cuáles se usan y cuáles están detenidos.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Mira: cada equipo deja de ser una cantidad y pasa a ser un activo con identidad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aplicación web que permite saber, en todo momento, dónde está cada equipo, en qué estado se encuentra y a quién fue entregado.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38404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617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es una unidad única, identificada por su número de serie.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352044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38404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4617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arrendado, en tránsito, en mantención o vendido. Siempre uno solo.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352044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38404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4617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movimiento queda registrado, de modo que la trazabilidad es reconstruible.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usa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 la encargada de bodega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6712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706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con su número de serie, estado y bodega.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16712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7706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consolidada de todas las bodegas en una pantalla.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8432" y="187452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216712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847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7706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venta o el arriendo; el sistema valida y actualiza el estado.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27024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06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8737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despacho, adjunta los documentos y agenda la capacitación.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34256" y="39776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427024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54296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4306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654296" y="48737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alertas de los retornos próximos y de los ya vencidos.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28432" y="39776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4270248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847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4306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48737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panel con la distribución por bodega y la utilización.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épicas dimensionadas en 100 puntos de función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069080"/>
          </a:xfrm>
          <a:prstGeom prst="roundRect">
            <a:avLst>
              <a:gd name="adj" fmla="val 2022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control por rol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por número de serie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Bodegas y traslados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consolidada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Arriendos con control de retorno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de capacitaciones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cada operación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indicadores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45352" y="1828800"/>
            <a:ext cx="5303520" cy="4069080"/>
          </a:xfrm>
          <a:prstGeom prst="roundRect">
            <a:avLst>
              <a:gd name="adj" fmla="val 2022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FUERA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560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SII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automático de documentos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certificada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contable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4892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es inviable. Se excluyen de manera deliberada para asegurar la calidad de lo comprometido dentro del plazo.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que permita gestionar la trazabilidad, la disponibilidad y las operaciones de venta y arriendo de los equipos de geomensura de la empresa.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5204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los requerimientos del proceso de bodega, arriendo y despacho.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547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35204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que represente cada equipo como unidad individual.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1788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inventario multibodega con control de estados y traslados.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206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41788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las operaciones de venta y arriendo con control de retorno.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64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8371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las capacitaciones y la documentación de cada operación.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864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48371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panel de indicadores para la toma de decisiones.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22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549554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solución mediante pruebas funcionales y revisión con la contraparte.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competencias encadenadas: cada una es condición de la siguiente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48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proyectos informáticos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7432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con un plazo acotado y una contraparte real obliga a priorizar y a fundamentar qué queda fuera.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148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modelos de datos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7432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competencia central. Representar cada equipo como unidad y registrar su historial es lo que hace posible la trazabilidad.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solución de software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983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en capas, control de versiones e integración progresiva de los componentes.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166360" cy="1993392"/>
          </a:xfrm>
          <a:prstGeom prst="roundRect">
            <a:avLst>
              <a:gd name="adj" fmla="val 4128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Realizar pruebas de certificación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4983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un equipo no pueda comprometerse dos veces y que el cambio de estado sea consistente.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nuestros intereses profesionales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individual: cada integrante lo expone con sus propias palabras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48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Joaquín Romero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capa de servicios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632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el desarrollo backend y en el diseño de bases de datos, es decir, en la parte del software que sostiene las reglas del negocio. Asumí la responsabilidad del modelo y de los servicios, que es donde reside la complejidad de este proyecto. Además busco acreditar experiencia comprobable en Java y Spring Boot al momento de postular a mi primer trabajo.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Gonzalo Arenas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Vistas, indicadores y documentación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0632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la capa de presentación y en la visualización de información, es decir, en la parte del software con la que el usuario trabaja a diario. Asumí los controladores, las vistas y el panel de indicadores, lo que me obliga a traducir un modelo de datos complejo en pantallas simples para usuarios que no provienen del área informática. Además busco acreditar experiencia en Java y Spring Boot al momento de postular a mi primer trabajo.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ágil basado en Scrum, adaptado al calendario de la asignatura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 S4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51176" y="21214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71216" y="182880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1216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y S5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21214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02352" y="182880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 S15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13448" y="21214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3488" y="182880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3488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a S16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21214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64624" y="182880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64624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a S18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947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9 épicas dimensionadas con Poker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quincenales con funcionalidad demostrable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en GitHub Projects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funcionalidad y revisión cruzada del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la empresa en las semanas 6 y 11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3108960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 ·  modelo de datos, entidades, capa de servicios y control de acceso.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 ·  controladores, vistas, panel de indicadores y módulo documental.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 ·  requerimientos, arquitectura, revisión de código y pruebas.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tecnológica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monolítica estructurada en capas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025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029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· Bootstrap 5 · Chart.js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98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254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acceso por 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593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6210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operaciones transaccionales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89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416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Flyway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84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5212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4828032" cy="3858768"/>
          </a:xfrm>
          <a:prstGeom prst="roundRect">
            <a:avLst>
              <a:gd name="adj" fmla="val 2133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2103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JAVA Y SPRING BOOT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transaccionales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arriendo cambia el estado del equipo y anota su movimiento: ocurre todo o no ocurre nada.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detecta errores en un dominio con muchos estados antes de ejecutar.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nativa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registra quién creó y modificó cada dato, que es justo el requisito del proyecto.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LTS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5047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y Spring Boot 4.1 dan continuidad al sistema en el tiempo.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Dieciocho semanas distribuidas en tres fases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0" y="1783080"/>
            <a:ext cx="1676400" cy="310896"/>
          </a:xfrm>
          <a:prstGeom prst="rect">
            <a:avLst/>
          </a:prstGeom>
          <a:solidFill>
            <a:srgbClr val="A7B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40480" y="1837944"/>
            <a:ext cx="167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53456" y="1783080"/>
            <a:ext cx="4674108" cy="310896"/>
          </a:xfrm>
          <a:prstGeom prst="rect">
            <a:avLst/>
          </a:prstGeom>
          <a:solidFill>
            <a:srgbClr val="2E3A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53456" y="1837944"/>
            <a:ext cx="467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264140" y="1783080"/>
            <a:ext cx="1248156" cy="310896"/>
          </a:xfrm>
          <a:prstGeom prst="rect">
            <a:avLst/>
          </a:prstGeom>
          <a:solidFill>
            <a:srgbClr val="A7B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64140" y="183794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68724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96968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125212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553456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81700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838188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66432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694676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22920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51164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407652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835896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264140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92384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20628" y="2157984"/>
            <a:ext cx="428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487168"/>
            <a:ext cx="10908792" cy="512064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25968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definición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67912" y="2587752"/>
            <a:ext cx="1658112" cy="329184"/>
          </a:xfrm>
          <a:prstGeom prst="roundRect">
            <a:avLst>
              <a:gd name="adj" fmla="val 16667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3172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modelo de datos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52644" y="3163824"/>
            <a:ext cx="801624" cy="329184"/>
          </a:xfrm>
          <a:prstGeom prst="roundRect">
            <a:avLst>
              <a:gd name="adj" fmla="val 16667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639312"/>
            <a:ext cx="10908792" cy="512064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núcleo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80888" y="373989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3251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operaciones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22108" y="4315968"/>
            <a:ext cx="2086356" cy="329184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791456"/>
            <a:ext cx="10908792" cy="512064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9011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pruebas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006840" y="4892040"/>
            <a:ext cx="1658112" cy="329184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4772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91572" y="5468112"/>
            <a:ext cx="1229868" cy="329184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Monitoreos en las semanas 6, 11 y 17. Validaciones con la empresa en las semanas 6 y 11.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del proyecto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entregaremos y qué demuestra cada entrega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alcance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 la empresa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diccionario de datos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escalable en el tiempo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historial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ramas y tablero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965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del núcleo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equipos y bodegas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82880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desplegado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 en ambiente de demostración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resultados y correcciones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 documentación técnica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 uso y mantención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965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presentación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los objetivos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proyecto puede desarrollarse dentro de la asignatura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234440"/>
          </a:xfrm>
          <a:prstGeom prst="roundRect">
            <a:avLst>
              <a:gd name="adj" fmla="val 6667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trabajo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783080"/>
            <a:ext cx="3291840" cy="1234440"/>
          </a:xfrm>
          <a:prstGeom prst="roundRect">
            <a:avLst>
              <a:gd name="adj" fmla="val 6667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4256" y="19202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función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783080"/>
            <a:ext cx="3291840" cy="1234440"/>
          </a:xfrm>
          <a:prstGeom prst="roundRect">
            <a:avLst>
              <a:gd name="adj" fmla="val 6667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28432" y="19202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licencias de software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la contraparte de la empresa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acordado por escrito con la organización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gratuitas y equipos propios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de sistemas de terceros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Obstaculizadores y cómo los abordamos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3767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acotada de la empresa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4014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agendadas y acuerdos por escrito.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académica simultánea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46725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semanal con entregas parciales.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50840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volumen de código del stack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53309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interfaz de página única; alcance del panel acotado.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148840"/>
            <a:ext cx="4754880" cy="4754880"/>
          </a:xfrm>
          <a:prstGeom prst="ellipse">
            <a:avLst/>
          </a:prstGeom>
          <a:solidFill>
            <a:srgbClr val="3A484E"/>
          </a:solidFill>
          <a:ln w="12700">
            <a:solidFill>
              <a:srgbClr val="3A4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2834640"/>
            <a:ext cx="3383280" cy="3383280"/>
          </a:xfrm>
          <a:prstGeom prst="ellipse">
            <a:avLst/>
          </a:prstGeom>
          <a:solidFill>
            <a:srgbClr val="46565C"/>
          </a:solidFill>
          <a:ln w="12700">
            <a:solidFill>
              <a:srgbClr val="4656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3520440"/>
            <a:ext cx="2011680" cy="20116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58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levantamiento con la empresa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4261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cuál es el dolor principal e incorporar sus cifras reales al informe.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130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entidad-relación y el diccionario antes de la semana 5.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81144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9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la construcción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83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la Fase 2 con el núcleo del sistema.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53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Romero  ·  Gonzalo Arenas  ·  Ingeniería en Informática  ·  Duoc UC sede Alameda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2026-08-31T16:44:49Z</dcterms:created>
  <dcterms:modified xsi:type="dcterms:W3CDTF">2026-08-31T16:44:49Z</dcterms:modified>
</cp:coreProperties>
</file>